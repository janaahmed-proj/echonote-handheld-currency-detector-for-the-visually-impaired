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2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5E0BE4-4F6B-4CCC-8D8F-BF0D6AFF6061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B0861E-C521-401A-AEB3-ED11EA768F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874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B0861E-C521-401A-AEB3-ED11EA768F7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9941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9399-4C9D-4DBE-B0D8-5E4350E0832D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85EF8-B467-49EF-BB02-F378BCE6F3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854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9399-4C9D-4DBE-B0D8-5E4350E0832D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85EF8-B467-49EF-BB02-F378BCE6F3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1562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9399-4C9D-4DBE-B0D8-5E4350E0832D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85EF8-B467-49EF-BB02-F378BCE6F3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675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9399-4C9D-4DBE-B0D8-5E4350E0832D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85EF8-B467-49EF-BB02-F378BCE6F3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8579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9399-4C9D-4DBE-B0D8-5E4350E0832D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85EF8-B467-49EF-BB02-F378BCE6F3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5423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9399-4C9D-4DBE-B0D8-5E4350E0832D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85EF8-B467-49EF-BB02-F378BCE6F3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4585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9399-4C9D-4DBE-B0D8-5E4350E0832D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85EF8-B467-49EF-BB02-F378BCE6F3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0938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9399-4C9D-4DBE-B0D8-5E4350E0832D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85EF8-B467-49EF-BB02-F378BCE6F3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721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9399-4C9D-4DBE-B0D8-5E4350E0832D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85EF8-B467-49EF-BB02-F378BCE6F3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8683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9399-4C9D-4DBE-B0D8-5E4350E0832D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85EF8-B467-49EF-BB02-F378BCE6F3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6677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9399-4C9D-4DBE-B0D8-5E4350E0832D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85EF8-B467-49EF-BB02-F378BCE6F3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8178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9D9399-4C9D-4DBE-B0D8-5E4350E0832D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85EF8-B467-49EF-BB02-F378BCE6F3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538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eg"/><Relationship Id="rId9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16" b="10461"/>
          <a:stretch/>
        </p:blipFill>
        <p:spPr>
          <a:xfrm>
            <a:off x="6327401" y="1828799"/>
            <a:ext cx="2339113" cy="14695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324"/>
          <a:stretch/>
        </p:blipFill>
        <p:spPr>
          <a:xfrm>
            <a:off x="2566924" y="1580141"/>
            <a:ext cx="1826990" cy="18053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60" t="6921" r="27817" b="27471"/>
          <a:stretch/>
        </p:blipFill>
        <p:spPr>
          <a:xfrm rot="16200000">
            <a:off x="3778873" y="2752492"/>
            <a:ext cx="1230082" cy="267018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23" t="27876" r="17066" b="30325"/>
          <a:stretch/>
        </p:blipFill>
        <p:spPr>
          <a:xfrm>
            <a:off x="0" y="3298371"/>
            <a:ext cx="2781678" cy="168728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58" r="15420" b="15259"/>
          <a:stretch/>
        </p:blipFill>
        <p:spPr>
          <a:xfrm>
            <a:off x="9696067" y="4512127"/>
            <a:ext cx="1894114" cy="234587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4221" y="0"/>
            <a:ext cx="3547779" cy="4412878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 flipV="1">
            <a:off x="2308370" y="3472543"/>
            <a:ext cx="1306286" cy="1088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614656" y="2993021"/>
            <a:ext cx="5127" cy="490408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2308370" y="3750126"/>
            <a:ext cx="1306286" cy="1088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2308370" y="4386946"/>
            <a:ext cx="1306286" cy="1088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2308370" y="4773384"/>
            <a:ext cx="3508764" cy="1632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3918342" y="3461657"/>
            <a:ext cx="1306286" cy="1088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919802" y="2993021"/>
            <a:ext cx="5127" cy="490408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5265743" y="1938512"/>
            <a:ext cx="1157498" cy="171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5224629" y="1938512"/>
            <a:ext cx="10762" cy="1544917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H="1" flipV="1">
            <a:off x="5805255" y="2884713"/>
            <a:ext cx="18107" cy="190499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067" y="3901801"/>
            <a:ext cx="1601648" cy="1601648"/>
          </a:xfrm>
          <a:prstGeom prst="rect">
            <a:avLst/>
          </a:prstGeom>
        </p:spPr>
      </p:pic>
      <p:cxnSp>
        <p:nvCxnSpPr>
          <p:cNvPr id="37" name="Straight Connector 36"/>
          <p:cNvCxnSpPr/>
          <p:nvPr/>
        </p:nvCxnSpPr>
        <p:spPr>
          <a:xfrm flipV="1">
            <a:off x="7219288" y="2744055"/>
            <a:ext cx="0" cy="134352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6921155" y="2744055"/>
            <a:ext cx="298133" cy="3265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6946802" y="3082367"/>
            <a:ext cx="81903" cy="105964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9094249" y="4640834"/>
            <a:ext cx="1088056" cy="815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5773834" y="2884713"/>
            <a:ext cx="649407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V="1">
            <a:off x="6871235" y="2110847"/>
            <a:ext cx="448656" cy="1161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V="1">
            <a:off x="6886023" y="2269483"/>
            <a:ext cx="567127" cy="11618"/>
          </a:xfrm>
          <a:prstGeom prst="line">
            <a:avLst/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>
            <a:off x="7309129" y="1507417"/>
            <a:ext cx="10762" cy="60113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9462561" y="2710970"/>
            <a:ext cx="435428" cy="2308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b="1" dirty="0" smtClean="0">
                <a:solidFill>
                  <a:schemeClr val="bg1"/>
                </a:solidFill>
              </a:rPr>
              <a:t>IO 4</a:t>
            </a:r>
            <a:endParaRPr lang="en-GB" sz="900" b="1" dirty="0">
              <a:solidFill>
                <a:schemeClr val="bg1"/>
              </a:solidFill>
            </a:endParaRPr>
          </a:p>
        </p:txBody>
      </p:sp>
      <p:cxnSp>
        <p:nvCxnSpPr>
          <p:cNvPr id="67" name="Straight Connector 66"/>
          <p:cNvCxnSpPr/>
          <p:nvPr/>
        </p:nvCxnSpPr>
        <p:spPr>
          <a:xfrm flipH="1">
            <a:off x="7469668" y="1679963"/>
            <a:ext cx="10762" cy="601138"/>
          </a:xfrm>
          <a:prstGeom prst="line">
            <a:avLst/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8777480" y="1662258"/>
            <a:ext cx="21899" cy="1147799"/>
          </a:xfrm>
          <a:prstGeom prst="line">
            <a:avLst/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8766320" y="2826386"/>
            <a:ext cx="649407" cy="0"/>
          </a:xfrm>
          <a:prstGeom prst="line">
            <a:avLst/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flipV="1">
            <a:off x="7452756" y="1662258"/>
            <a:ext cx="1313184" cy="3900"/>
          </a:xfrm>
          <a:prstGeom prst="line">
            <a:avLst/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7275163" y="1504321"/>
            <a:ext cx="1634591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8880799" y="2108555"/>
            <a:ext cx="376228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8905362" y="1534592"/>
            <a:ext cx="4392" cy="57585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9412270" y="2027555"/>
            <a:ext cx="384980" cy="2000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700" b="1" dirty="0" smtClean="0">
                <a:solidFill>
                  <a:schemeClr val="bg1"/>
                </a:solidFill>
              </a:rPr>
              <a:t>IO 15</a:t>
            </a:r>
            <a:endParaRPr lang="en-GB" sz="700" b="1" dirty="0">
              <a:solidFill>
                <a:schemeClr val="bg1"/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8822208" y="2252362"/>
            <a:ext cx="450838" cy="2154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800" b="1" dirty="0" smtClean="0">
                <a:solidFill>
                  <a:schemeClr val="bg1"/>
                </a:solidFill>
              </a:rPr>
              <a:t>IO 14</a:t>
            </a:r>
            <a:endParaRPr lang="en-GB" sz="800" b="1" dirty="0">
              <a:solidFill>
                <a:schemeClr val="bg1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8872047" y="2505270"/>
            <a:ext cx="384980" cy="2154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800" b="1" dirty="0" smtClean="0">
                <a:solidFill>
                  <a:schemeClr val="bg1"/>
                </a:solidFill>
              </a:rPr>
              <a:t>IO 2</a:t>
            </a:r>
            <a:endParaRPr lang="en-GB" sz="800" b="1" dirty="0">
              <a:solidFill>
                <a:schemeClr val="bg1"/>
              </a:solidFill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8923890" y="1800308"/>
            <a:ext cx="384980" cy="2000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700" b="1" dirty="0" smtClean="0">
                <a:solidFill>
                  <a:schemeClr val="bg1"/>
                </a:solidFill>
              </a:rPr>
              <a:t>IO 13</a:t>
            </a:r>
            <a:endParaRPr lang="en-GB" sz="700" b="1" dirty="0">
              <a:solidFill>
                <a:schemeClr val="bg1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9345903" y="1570434"/>
            <a:ext cx="462878" cy="2154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800" b="1" dirty="0" smtClean="0">
                <a:solidFill>
                  <a:schemeClr val="bg1"/>
                </a:solidFill>
              </a:rPr>
              <a:t>IO 12</a:t>
            </a:r>
            <a:endParaRPr lang="en-GB" sz="800" b="1" dirty="0">
              <a:solidFill>
                <a:schemeClr val="bg1"/>
              </a:solidFill>
            </a:endParaRPr>
          </a:p>
        </p:txBody>
      </p:sp>
      <p:cxnSp>
        <p:nvCxnSpPr>
          <p:cNvPr id="87" name="Straight Connector 86"/>
          <p:cNvCxnSpPr/>
          <p:nvPr/>
        </p:nvCxnSpPr>
        <p:spPr>
          <a:xfrm flipH="1">
            <a:off x="10329515" y="4678164"/>
            <a:ext cx="514" cy="747191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10330029" y="5397641"/>
            <a:ext cx="1777274" cy="27714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>
            <a:off x="12107303" y="1219200"/>
            <a:ext cx="0" cy="4206155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 flipV="1">
            <a:off x="11506200" y="1215300"/>
            <a:ext cx="601103" cy="390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11614261" y="915996"/>
            <a:ext cx="384980" cy="2308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b="1" dirty="0" smtClean="0">
                <a:solidFill>
                  <a:schemeClr val="bg1"/>
                </a:solidFill>
              </a:rPr>
              <a:t>3v3</a:t>
            </a:r>
            <a:endParaRPr lang="en-GB" sz="900" b="1" dirty="0">
              <a:solidFill>
                <a:schemeClr val="bg1"/>
              </a:solidFill>
            </a:endParaRPr>
          </a:p>
        </p:txBody>
      </p:sp>
      <p:cxnSp>
        <p:nvCxnSpPr>
          <p:cNvPr id="98" name="Straight Connector 97"/>
          <p:cNvCxnSpPr/>
          <p:nvPr/>
        </p:nvCxnSpPr>
        <p:spPr>
          <a:xfrm>
            <a:off x="10437535" y="1938512"/>
            <a:ext cx="15549" cy="2645891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>
            <a:off x="9308870" y="1900335"/>
            <a:ext cx="1144214" cy="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9412270" y="2360084"/>
            <a:ext cx="1213815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>
            <a:off x="10626085" y="2360084"/>
            <a:ext cx="22664" cy="2207913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 flipH="1">
            <a:off x="10833082" y="1433865"/>
            <a:ext cx="41199" cy="3182843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>
            <a:off x="9362004" y="2563585"/>
            <a:ext cx="1631863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11541309" y="1318449"/>
            <a:ext cx="481298" cy="2308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b="1" dirty="0" smtClean="0">
                <a:solidFill>
                  <a:schemeClr val="bg1"/>
                </a:solidFill>
              </a:rPr>
              <a:t>IO 16</a:t>
            </a:r>
            <a:endParaRPr lang="en-GB" sz="900" b="1" dirty="0">
              <a:solidFill>
                <a:schemeClr val="bg1"/>
              </a:solidFill>
            </a:endParaRPr>
          </a:p>
        </p:txBody>
      </p:sp>
      <p:cxnSp>
        <p:nvCxnSpPr>
          <p:cNvPr id="110" name="Straight Connector 109"/>
          <p:cNvCxnSpPr/>
          <p:nvPr/>
        </p:nvCxnSpPr>
        <p:spPr>
          <a:xfrm flipH="1" flipV="1">
            <a:off x="5802311" y="1394815"/>
            <a:ext cx="10153" cy="147511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>
            <a:off x="5764282" y="1378487"/>
            <a:ext cx="3508764" cy="1632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9362004" y="1275293"/>
            <a:ext cx="384980" cy="2154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800" b="1" dirty="0" smtClean="0">
                <a:solidFill>
                  <a:schemeClr val="bg1"/>
                </a:solidFill>
              </a:rPr>
              <a:t>GND</a:t>
            </a:r>
            <a:endParaRPr lang="en-GB" sz="800" b="1" dirty="0">
              <a:solidFill>
                <a:schemeClr val="bg1"/>
              </a:solidFill>
            </a:endParaRPr>
          </a:p>
        </p:txBody>
      </p:sp>
      <p:cxnSp>
        <p:nvCxnSpPr>
          <p:cNvPr id="115" name="Straight Connector 114"/>
          <p:cNvCxnSpPr/>
          <p:nvPr/>
        </p:nvCxnSpPr>
        <p:spPr>
          <a:xfrm>
            <a:off x="10999852" y="2505270"/>
            <a:ext cx="17677" cy="2143722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>
            <a:off x="10853681" y="1433865"/>
            <a:ext cx="580504" cy="0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/>
          <p:cNvCxnSpPr/>
          <p:nvPr/>
        </p:nvCxnSpPr>
        <p:spPr>
          <a:xfrm flipH="1" flipV="1">
            <a:off x="9114361" y="4636850"/>
            <a:ext cx="18107" cy="190499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/>
          <p:nvPr/>
        </p:nvCxnSpPr>
        <p:spPr>
          <a:xfrm>
            <a:off x="5812464" y="6536807"/>
            <a:ext cx="332000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/>
          <p:cNvCxnSpPr/>
          <p:nvPr/>
        </p:nvCxnSpPr>
        <p:spPr>
          <a:xfrm flipV="1">
            <a:off x="5817648" y="4743418"/>
            <a:ext cx="8738" cy="179338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717604" y="2897701"/>
            <a:ext cx="1197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TP 4056</a:t>
            </a:r>
            <a:endParaRPr lang="en-GB" b="1" dirty="0"/>
          </a:p>
        </p:txBody>
      </p:sp>
      <p:sp>
        <p:nvSpPr>
          <p:cNvPr id="132" name="TextBox 131"/>
          <p:cNvSpPr txBox="1"/>
          <p:nvPr/>
        </p:nvSpPr>
        <p:spPr>
          <a:xfrm>
            <a:off x="2774733" y="1269362"/>
            <a:ext cx="1656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ON/OFF Switch</a:t>
            </a:r>
            <a:endParaRPr lang="en-GB" b="1" dirty="0"/>
          </a:p>
        </p:txBody>
      </p:sp>
      <p:sp>
        <p:nvSpPr>
          <p:cNvPr id="133" name="TextBox 132"/>
          <p:cNvSpPr txBox="1"/>
          <p:nvPr/>
        </p:nvSpPr>
        <p:spPr>
          <a:xfrm>
            <a:off x="4157955" y="3032846"/>
            <a:ext cx="1656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Li-ion Battery</a:t>
            </a:r>
            <a:endParaRPr lang="en-GB" b="1" dirty="0"/>
          </a:p>
        </p:txBody>
      </p:sp>
      <p:sp>
        <p:nvSpPr>
          <p:cNvPr id="134" name="TextBox 133"/>
          <p:cNvSpPr txBox="1"/>
          <p:nvPr/>
        </p:nvSpPr>
        <p:spPr>
          <a:xfrm>
            <a:off x="6859754" y="5439218"/>
            <a:ext cx="977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Speaker</a:t>
            </a:r>
            <a:endParaRPr lang="en-GB" b="1" dirty="0"/>
          </a:p>
        </p:txBody>
      </p:sp>
      <p:sp>
        <p:nvSpPr>
          <p:cNvPr id="135" name="TextBox 134"/>
          <p:cNvSpPr txBox="1"/>
          <p:nvPr/>
        </p:nvSpPr>
        <p:spPr>
          <a:xfrm>
            <a:off x="7442772" y="3238225"/>
            <a:ext cx="1603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MP3-TF-TP16</a:t>
            </a:r>
            <a:endParaRPr lang="en-GB" b="1" dirty="0"/>
          </a:p>
        </p:txBody>
      </p:sp>
      <p:sp>
        <p:nvSpPr>
          <p:cNvPr id="136" name="TextBox 135"/>
          <p:cNvSpPr txBox="1"/>
          <p:nvPr/>
        </p:nvSpPr>
        <p:spPr>
          <a:xfrm>
            <a:off x="7650891" y="221353"/>
            <a:ext cx="1603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ESP32-Camera</a:t>
            </a:r>
            <a:endParaRPr lang="en-GB" b="1" dirty="0"/>
          </a:p>
        </p:txBody>
      </p:sp>
      <p:sp>
        <p:nvSpPr>
          <p:cNvPr id="137" name="TextBox 136"/>
          <p:cNvSpPr txBox="1"/>
          <p:nvPr/>
        </p:nvSpPr>
        <p:spPr>
          <a:xfrm>
            <a:off x="9795195" y="6205117"/>
            <a:ext cx="1711005" cy="369332"/>
          </a:xfrm>
          <a:prstGeom prst="rect">
            <a:avLst/>
          </a:prstGeom>
          <a:solidFill>
            <a:srgbClr val="00B0F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1.3 inch Display</a:t>
            </a:r>
            <a:endParaRPr lang="en-GB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282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29</Words>
  <Application>Microsoft Office PowerPoint</Application>
  <PresentationFormat>Widescreen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8</cp:revision>
  <dcterms:created xsi:type="dcterms:W3CDTF">2026-04-14T23:51:39Z</dcterms:created>
  <dcterms:modified xsi:type="dcterms:W3CDTF">2026-04-15T00:47:59Z</dcterms:modified>
</cp:coreProperties>
</file>